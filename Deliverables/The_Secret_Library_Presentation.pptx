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D4AF37"/>
                </a:solidFill>
              </a:defRPr>
            </a:pPr>
            <a:r>
              <a:t>The Secret Library</a:t>
            </a:r>
          </a:p>
          <a:p>
            <a:pPr>
              <a:defRPr sz="2000" i="1">
                <a:solidFill>
                  <a:srgbClr val="DCE1E6"/>
                </a:solidFill>
              </a:defRPr>
            </a:pPr>
            <a:r>
              <a:t>Interactive 3D Escape Room in Godot Engine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600">
                <a:solidFill>
                  <a:srgbClr val="FFFFFF"/>
                </a:solidFill>
              </a:defRPr>
            </a:pPr>
            <a:r>
              <a:t>Μάθημα: Ευφυή Εικονικά Περιβάλλοντα και Ανάπτυξη Παιχνιδιών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</a:defRPr>
            </a:pPr>
            <a:r>
              <a:t>ΠΜΣ: «Προηγμένα Συστήματα Πληροφορικής – Ανάπτυξη Λογισμικού και Τεχνητής Νοημοσύνης»</a:t>
            </a:r>
          </a:p>
          <a:p>
            <a:pPr>
              <a:spcAft>
                <a:spcPts val="1200"/>
              </a:spcAft>
              <a:defRPr sz="1600">
                <a:solidFill>
                  <a:srgbClr val="DCE1E6"/>
                </a:solidFill>
              </a:defRPr>
            </a:pPr>
            <a:r>
              <a:t>Τμήμα Πληροφορικής, Πανεπιστήμιο Πειραιώς</a:t>
            </a:r>
          </a:p>
          <a:p>
            <a:pPr>
              <a:spcAft>
                <a:spcPts val="1200"/>
              </a:spcAft>
              <a:defRPr sz="1600">
                <a:solidFill>
                  <a:srgbClr val="DCE1E6"/>
                </a:solidFill>
              </a:defRPr>
            </a:pPr>
            <a:r>
              <a:t>Διδάσκοντες: Ε. Αλέπης – Μ. Καμήτσιος</a:t>
            </a:r>
          </a:p>
          <a:p>
            <a:pPr>
              <a:spcAft>
                <a:spcPts val="1200"/>
              </a:spcAft>
              <a:defRPr sz="1600">
                <a:solidFill>
                  <a:srgbClr val="DCE1E6"/>
                </a:solidFill>
              </a:defRPr>
            </a:pPr>
            <a:r>
              <a:t>Φοιτητής: Παναγιώτης Μπεκιάρης | Ακαδημαϊκό Έτος 2025–2026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1. Σκοπός &amp; Επιλογή Θέματος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Αντικείμενο 5: Interactive Escape Room / Puzzle Environment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Ανάπτυξη ενός διαδραστικού τρισδιάστατου περιβάλλοντος απόδρασης πρώτου προσώπου (FPS).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Θεματολογία: Μυστική Βιβλιοθήκη (Secret Library) με ατμοσφαιρικό σχεδιασμό.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Διαδοχική επίλυση μηχανικών &amp; γεωμετρικών γρίφων για την επίτευξη του στόχου απόδρασης.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Συνδυασμός ρεαλιστικής φυσικής, ομαλών animations (Tweens) και σύγχρονης αρχιτεκτονικής λογισμικού.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2. Εργαλεία &amp; Τεχνολογίες Ανάπτυξης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Σύγχρονο Game Development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Game Engine: Godot Engine 4.x (Forward+ Renderer).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Γλώσσα Προγραμματισμού: GDScript (αντικειμενοστραφής, ταχεία εκτέλεση, πλήρως σχολιασμένη).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Physics Engine: Godot Jolt 3D Physics (κορυφαία απόδοση και ακρίβεια συγκρούσεων).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3D Asset Design: Godot Procedural Primitive Meshes &amp; PBR Materials.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Version Control &amp; Collaboration: Git &amp; GitHub Repository (MrMpek/SecretLibrary-EscapeRoom).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3. Αρχιτεκτονική Σκηνής (Scene Hierarchy)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Δομή Κόμβων &amp; Διαχωρισμός Ευθυνών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Environment Node: Τοίχοι, πάτωμα, οροφή και PBR φωτισμός δωματίου (OmniLight3D / DirectionalLight3D).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ControlConsole: Κεντρική ξύλινη βιβλιοθήκη με 3 διαδραστικά βιβλία και φωτεινούς κρυστάλλους.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PuzzleTable: Κεντρικό ξύλινο τραπέζι με 3 περιστρεφόμενες χρυσές ράβδους.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ExitDoorPivot: Περιστρεφόμενη πόρτα-βιβλιοθήκη με AccessPanel (χρυσό οικόσημο) και Area3D εξόδου.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Player &amp; UI: CharacterBody3D με Camera3D, 3D Hand και CanvasLayer 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4. FPS Controller &amp; 3D Procedural Hand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Ρεαλιστικός Χειρισμός Πρώτου Προσώπου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Mouse Look 360° με περιορισμό κλίσης (-80° έως +80°) για αποφυγή αποπροσανατολισμού.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Ανεξαρτησία Πληκτρολογίου: Υποστήριξη Physical Keycode (KEY_E) και Left Click για Mac/Windows.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3D Hand Model: Μοντελοποίηση παλάμης με 5 ξεχωριστά δάχτυλα και ρεαλιστικό χρώμα δέρματος.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Hand Reach Tween: Ομαλή κίνηση απλώματος του χεριού προς τα εμπρός σε κάθε αλληλεπίδραση.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Dynamic Crosshair: Αυτόματη μετατροπή του στόχαστρου από '+' σε '🫱' κατά την εστίαση σε αντικείμενα.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5. Σύστημα Αλληλεπίδρασης (RayCast &amp; Signals)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Αποσυζευγμένη Αρχιτεκτονική Συμβάντων (Observer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Κλάση Interactable (interactable.gd): Επέκταση CollisionObject3D για όλα τα διαδραστικά στοιχεία.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Συνεχής έλεγχος μέσω RayCast3D (εμβέλεια 2.5 μέτρων) από το κέντρο της κάμερας.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Εκπομπή σήματος interacted(player) προς τον κεντρικό GameManager.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Δυναμική ανάκτηση και απόδοση μηνυμάτων προτροπής (π.χ. '[E] Pull Book', '[E] Rotate Piece').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6. 1ος Γρίφος: Το Μυστικό Βιβλιοστάσιο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Αλληλουχία Πανομοιότυπων Βιβλίων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3 Πανομοιότυπα Βιβλία (Antique Brown Leather) τοποθετημένα στο ράφι της βιβλιοθήκης.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Μυστική Σειρά Ενεργοποίησης: Αριστερό (1) ➔ Δεξί (3) ➔ Μεσαίο (2).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Ομαλή κλίση των βιβλίων κατά το τράβηγμα μέσω Tween rotation.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Οπτική Ένδειξη: 3 φωτεινοί κρύσταλλοι ανάβουν πράσινοι σε σωστό βήμα ή αναβοσβήνουν κόκκινοι σε λάθος.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Επιτυχία: Αυτόματη αποκάλυψη των εξαρτημάτων του 2ου γρίφου στο τραπέζι.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7. 2ος Γρίφος: Το Γεωμετρικό Παζλ Τριγώνου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Έξυπνος Αλγόριθμος Μεταθέσεων &amp; Συμμετρίας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Εμφάνιση 3 χρυσών ράβδων πάνω στο κεντρικό ξύλινο τραπέζι σε τυχαίες αρχικές γωνίες.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Περιστροφή ανά 60°: Κάθε πάτημα περιστρέφει τη στοχευμένη ράβδο flat πάνω στο τραπέζι.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Αλγόριθμος check_triangle_puzzle(): Ταξινόμηση γωνιών σε 3 κλάσεις (Οριζόντια, Slash /, Backslash \).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Υποστήριξη Συμμετρίας 180°: Αποδοχή οποιασδήποτε έγκυρης γεωμετρικής σύνθεσης τριγώνου.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Επίλυση: Ξεκλείδωμα του χρυσού οικοσήμου και πράσινη ένδειξη εξόδου.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8. Μηχανισμός Εξόδου &amp; Τερματισμός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Ολοκλήρωση της Εμπειρίας Απόδρασης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Ενεργοποίηση του Secret Crest στον τοίχο ('[E] Turn Secret Crest').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Ομαλό άνοιγμα της μυστικής βιβλιοθήκης-πόρτας κατά 90° (1.5s Ease-Out Tween).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Ανίχνευση διαφυγής μέσω Area3D (body_entered signal).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Εμφάνιση οθόνης νίκης ('Συγχαρητήρια! Απέδρασες!') και αυτόματος τερματισμός (get_tree().quit()) μετά από 3s.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9. Τεχνικές Βελτιστοποίησης (Optimization)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Υψηλή Απόδοση &amp; Σταθερότητα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Ελαχιστοποίηση Draw Calls μέσω ενιαίων PBR υλικών και επαναχρησιμοποίησης shaders.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Χρήση Godot Jolt Physics για αποδοτικότατους ελέγχους συγκρούσεων χωρίς περιττό overhead.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Procedural Primitive Geometry (Box, Cylinder, Sphere) με μηδενικό μέγεθος αρχείων.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Αποφυγή polling loops: Όλες οι καταστάσεις ενημερώνονται ασύγχρονα μέσω Signals και Tweens.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10. Αντιμετώπιση Κριτηρίων Αξιολόγησης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Πλήρης Κάλυψη Προδιαγραφών Μαθήματος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Αληθοφάνεια &amp; Αισθητική: Συνεπές οπτικό θέμα μυστικής βιβλιοθήκης με ατμοσφαιρικό φωτισμό.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Κίνηση (Animation): Πλούσια χρήση Tweens σε πόρτες, βιβλία, ράβδους και 3D χέρι.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Λειτουργικότητα &amp; Χρηστικότητα: Δυναμικά visual cues, διαισθητικός χειρισμός και άμεση απόκριση.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Καθαρότητα Κώδικα: Πλήρως σχολιασμένα GDScript αρχεία με τήρηση προτύπων καθαρού κώδικα.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E31"/>
          </a:solidFill>
          <a:ln>
            <a:solidFill>
              <a:srgbClr val="121E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11. Συνοπτικά Συμπεράσματα &amp; Demo</a:t>
            </a:r>
          </a:p>
          <a:p>
            <a:pPr>
              <a:defRPr sz="1600" i="1">
                <a:solidFill>
                  <a:srgbClr val="D4AF37"/>
                </a:solidFill>
              </a:defRPr>
            </a:pPr>
            <a:r>
              <a:t>Ολοκληρωμένη Εφαρμογή Escape Room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C2C46"/>
          </a:solidFill>
          <a:ln w="127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 bIns="274320"/>
          <a:lstStyle/>
          <a:p>
            <a:pPr algn="ctr"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Επιτυχής υλοποίηση ενός πλήρους, αυτόνομου 3D παιχνιδιού απόδρασης σε Godot 4.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GitHub Project: https://github.com/MrMpek/SecretLibrary-EscapeRoom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Διαθέσιμα Παραδοτέα: Πλήρες Project, Τεχνική Έκθεση (.docx), Παρουσίαση (.pptx), Video Script.</a:t>
            </a:r>
          </a:p>
          <a:p>
            <a:pPr>
              <a:spcAft>
                <a:spcPts val="1200"/>
              </a:spcAft>
              <a:defRPr sz="1500">
                <a:solidFill>
                  <a:srgbClr val="DCE1E6"/>
                </a:solidFill>
              </a:defRPr>
            </a:pPr>
            <a:r>
              <a:t>•  Ευχαριστώ για την προσοχή σας!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